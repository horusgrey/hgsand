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GMAPz SCOUT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Road.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the sequence.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two rival systems into one object. Camera type on the dot.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becomes presets that plot dots — not a second anchor.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463040" cy="54864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983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model  ·  Professional beta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rival ways to make a sequence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09090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 ·  YOUR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dots → set each shot → lock → roll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Drag camera chip onto globe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Click waypoints · double-click 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Per-dot lens / size / angle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Lock station · Enter / 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Roll every station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Play Take · GIF · prompts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394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built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09090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17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 ·  THE RIVAL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anchor · invents positions · ignores path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Pick Fincher / recipe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Plans setups around current target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Does not use path dots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Parallel sequence 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Same destination, different object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Panel presents both as equals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5394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Feels lost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 to one road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1280160"/>
          </a:xfrm>
          <a:prstGeom prst="roundRect">
            <a:avLst>
              <a:gd name="adj" fmla="val 5714"/>
            </a:avLst>
          </a:prstGeom>
          <a:solidFill>
            <a:srgbClr val="09090B"/>
          </a:solidFill>
          <a:ln w="1905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IS THE SEQUENCE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recipes stop being a rival anchor. They become sequence presets that plot dots for you.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“Fincher” → drops 5 dots around what you’re looking at → you drag, retune, delete, lock. Same object as a hand-plotted path.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821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Hand-plotted path and recipe-generated path are the same data. Save / load / Roll all work on one shape.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28346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10896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1821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imposed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recipe only fills dots you haven’t set. You can delete any point, change any framing, re-lock.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8346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10896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1821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Roll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stations is the only playback. No second sequence player. Coverage doesn’t invent a parallel cut.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HIGHEST-VALUE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type belongs on the dot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camera type is set once for the whole path.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Needed: “Pt 1 is 35mm tracking drone · Pt 4 is handheld at eye level.”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solidFill>
            <a:srgbClr val="1010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ON 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47120" cy="594360"/>
          </a:xfrm>
          <a:prstGeom prst="rect">
            <a:avLst/>
          </a:prstGeom>
          <a:solidFill>
            <a:srgbClr val="10101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651760"/>
            <a:ext cx="320040" cy="3200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791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69680" y="2679192"/>
            <a:ext cx="274320" cy="2743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91840"/>
            <a:ext cx="320040" cy="3200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192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869680" y="3319272"/>
            <a:ext cx="274320" cy="2743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94760"/>
            <a:ext cx="11247120" cy="594360"/>
          </a:xfrm>
          <a:prstGeom prst="rect">
            <a:avLst/>
          </a:prstGeom>
          <a:solidFill>
            <a:srgbClr val="10101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9319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9593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0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869680" y="395935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434840"/>
            <a:ext cx="11247120" cy="59436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5720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5994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920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85mm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5800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869680" y="4599432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101012"/>
          </a:solidFill>
          <a:ln/>
        </p:spPr>
      </p:sp>
      <p:sp>
        <p:nvSpPr>
          <p:cNvPr id="40" name="Shape 38"/>
          <p:cNvSpPr/>
          <p:nvPr/>
        </p:nvSpPr>
        <p:spPr>
          <a:xfrm>
            <a:off x="685800" y="5212080"/>
            <a:ext cx="320040" cy="320040"/>
          </a:xfrm>
          <a:prstGeom prst="ellipse">
            <a:avLst/>
          </a:prstGeom>
          <a:solidFill>
            <a:srgbClr val="71717A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52395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828800" y="5212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29200" y="5212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50mm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0" y="5212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869680" y="5239512"/>
            <a:ext cx="274320" cy="274320"/>
          </a:xfrm>
          <a:prstGeom prst="ellipse">
            <a:avLst/>
          </a:prstGeom>
          <a:solidFill>
            <a:srgbClr val="71717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moves. One idea.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356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type per dot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“pt 1 is tracking drone, pt 4 is handheld.” Data model change on path.points[i].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7744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414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→ sequence presets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Recipes plot dots around current target. Same object as hand-drawn path. Kills the rival anchor.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472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/ load sequence preset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118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Plotted shape + every dot’s shot. Reusable anywhere. Presets and user saves share one mechanism.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38912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531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color by camera type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6177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blue · handheld amber · locked grey. Overridable. Glance the map → read the rhythm.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5394960"/>
            <a:ext cx="411480" cy="41148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45896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3035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Per-dot cast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Who’s in frame at which station. Stand-ins on globe before shutter. Honest frames only — no post composite.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ALREADY BUILT — KEEP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rebuild the spine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fly + shutter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bar, C, HQ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dots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chip / click waypoints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Per-dot lens / size / angle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Dropdowns + drag-drop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1280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737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+ Roll stations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/ N / Roll every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Travelling cast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ride the path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566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Take + prompts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→ engines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pathSetup collapse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when path exists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35440" y="356616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Auto-frame toggle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station or keep framing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DOT COLOR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means something — not decoration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/ aerial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for drone, FPV, crane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 / ground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606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Handheld, dolly, steady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71717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/ static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566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Locked-off, tripod, still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 locked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has a captured frame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11247120" cy="822960"/>
          </a:xfrm>
          <a:prstGeom prst="roundRect">
            <a:avLst>
              <a:gd name="adj" fmla="val 6667"/>
            </a:avLst>
          </a:prstGeom>
          <a:solidFill>
            <a:srgbClr val="09090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station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is here now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sequence object.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of stations.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else is a way to fill 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1645920" cy="54864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GMAPz Scout  ·  Professional beta product 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GMAPz Scout — One Road Sequence Model</dc:title>
  <dc:subject>Path is the sequence. Coverage becomes presets.</dc:subject>
  <dc:creator>GMAPz Scout</dc:creator>
  <cp:lastModifiedBy>GMAPz Scout</cp:lastModifiedBy>
  <cp:revision>1</cp:revision>
  <dcterms:created xsi:type="dcterms:W3CDTF">2026-07-31T03:15:19Z</dcterms:created>
  <dcterms:modified xsi:type="dcterms:W3CDTF">2026-07-31T03:15:19Z</dcterms:modified>
</cp:coreProperties>
</file>